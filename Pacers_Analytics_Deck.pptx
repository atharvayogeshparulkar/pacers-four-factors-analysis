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DBB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weaknesses: elite shot-making, thin on the glass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B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Factors, 2024-25 Pacers (50-32) vs. league average, 82 games  |  Atharva Parulkar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9525">
            <a:solidFill>
              <a:srgbClr val="D5DA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493776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Pacers: Four Factors, Roster Strategy &amp; Trade Targets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4937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Parulkar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4206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League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eFG%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TOV% (lower=better)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OREB%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-4.1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FTM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Opp. eFG%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 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365760" y="3108960"/>
            <a:ext cx="4206240" cy="1188720"/>
          </a:xfrm>
          <a:prstGeom prst="rect">
            <a:avLst/>
          </a:prstGeom>
          <a:solidFill>
            <a:srgbClr val="F3F5F7"/>
          </a:solidFill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Win/loss split (eFG%)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Wins: 58.2% for / 52.3% against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Losses: 53.1% for / 58.6% against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the eFG battle in 41 games: 37-4 (90%). Lost it: 13-28 (32%).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13258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Shooting: +1.9 eFG% and the factor that decides games (r = 0.63 with win)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security: 12.9% TOV rate, 1.4 pts better than league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turnovers (opp. TOV 14.7%) to fuel the transition offense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93776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30175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rebounding: 25.2% OREB, 4.1 pts below league, leaving few second chances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Perimeter/shot-quality defense: opp. eFG% above league, and losses came when it spiked to 58.6%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without Haliburton: 19-63 in 2025-26 (2nd-worst record)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365760" y="4709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provided pacers_games_four_factors.csv &amp; league_avg_four_factors.csv (code: four_factors_plots.py); 2025-26 record per press reports.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DBB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2026-27 outcome: contender on paper, hinges on Haliburton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B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scenario estimates (judgment, not a fitted model)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9525">
            <a:solidFill>
              <a:srgbClr val="D5DA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493776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Pacers: Four Factors, Roster Strategy &amp; Trade Targets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4937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Parulkar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1188720"/>
                <a:gridCol w="40233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 seed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looks like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34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Haliburton (All-NBA form)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48-52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2024-25 shooting/TOV profile + Zubac pick-and-roll and a deeper wing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case: rusty / minutes managed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43-47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Offense holds up on Siakam/Nembhard; losses pile up on defense and the glass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Setback or limited Haliburton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32-38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Play-in/lottery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of the 2025-26 drop-off; trade-deadline sell becomes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36576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310896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Myles Turner, Bennedict Mathurin (traded for Ivica Zubac, 2026 &amp; 2029 firsts)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Zubac (full season), Kelly Oubre Jr. (~$17M over 2 yrs), Larry Nance Jr., Braden Smith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five: Haliburton, Nembhard, Nesmith, Siakam, Zubac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that shape trades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310896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Hard-capped at the first apron (~$2.2M of room) after using the MLE on Oubre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expect a trim before the deadline to get under the ~$200.4M tax line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first-round capital left: 2026 and 2029 firsts already sent to the Clippers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4709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opens Oct 21 vs. New Orleans. Sources: Roundtable/SI Pacers coverage, Spotrac-sourced cap notes, Bleacher Report roster &amp; salary list.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DBB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trade targets: fix the glass, add a second creator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B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Salary-matchable with Walker ($8.5M) / Sheppard ($5M); both fit the cap constraints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9525">
            <a:solidFill>
              <a:srgbClr val="D5DA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493776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Pacers: Four Factors, Roster Strategy &amp; Trade Targets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4937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Parulkar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4114800" cy="3611880"/>
          </a:xfrm>
          <a:prstGeom prst="rect">
            <a:avLst/>
          </a:prstGeom>
          <a:solidFill>
            <a:srgbClr val="F3F5F7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Donovan Clingan, C (POR)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22 | $7.52M in 2026-27 | stretch target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783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2025-26: 12.4 pts, 11.8 reb (3rd in NBA), 136 blk, 56.5% eFG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5146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 fits: 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our biggest Four-Factors gap. He grabbed 367 offensive boards in 2,229 min (~5.9 per 36); Huff gets ~1.5. Pairs with Zubac now and replaces him long-term.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risk: 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Portland made the playoffs and has no reason to sell; price would exceed Walker. Indiana has few firsts to send, so this is a deadline/summer 2027 idea.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114800" cy="3611880"/>
          </a:xfrm>
          <a:prstGeom prst="rect">
            <a:avLst/>
          </a:prstGeom>
          <a:solidFill>
            <a:srgbClr val="F3F5F7"/>
          </a:solidFill>
          <a:ln w="9525">
            <a:solidFill>
              <a:srgbClr val="D5DA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1155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Porter Jr., G (MIL)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26 | $5.39M player option exercised | realistic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1783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2025-26: 17.4 pts, 7.4 ast, 5.2 reb, 2.2 stl; ~57% TS, 87.8% FT (38 GP)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5146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7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 fits: 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shot-creator when Haliburton is rusty or resting, so McConnell is not the only one. His 4.1 FTA/game adds to FT rate; 2.2 stl feeds the turnover-fueled offense.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risk: </a:t>
            </a:r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knee surgery in April; only 38 games; 32.2% from three. Milwaukee's backcourt is crowded (Herro, Rollins), so Sheppard or Walker for him is plausible.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4709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ESPN, RealGM, TeamRankings (Clingan); Bleacher Report, RotoWire, Brew Hoop (Porter). TS% computed from per-game shooting.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DBB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Undervalued by analytics: Jay Huff, C (IND, $2.7M)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B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and rim protection that box-score scoring does not capture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9525">
            <a:solidFill>
              <a:srgbClr val="D5DA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493776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Pacers: Four Factors, Roster Strategy &amp; Trade Targets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4937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Parulkar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59.8%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shooting (57.4% eFG)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 blk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in NBA in blocks per game (7.6% BLK%)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 pts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36 min (9.5 in 21.0 mpg)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1097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114.4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rating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market undervalues him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260604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for ~$2.7M; produced starter-level efficiency across all 82 games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36: 16.4 pts, 6.8 reb, 3.2 blk on 82.8% FT and 47.6% FG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to ~21 mpg behind a starter, so per-game stats hide the impact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Floor-spacing big who turns up a 7'1" rim deterrent in the secondary unit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and recommendation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606040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31.9% from three on 4.5 attempts per game, and a 4.5% OREB rate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rebounding fix, so he complements a Clingan-type target rather than replacing one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him. He is a cheap depth piece and a candidate for more minutes if Zubac sits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709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RealGM and TeamRankings 2025-26 stats; Wikipedia (league block rank); Bleacher Report (2026-27 salary). Per-36 computed from season totals.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DBB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Method, sources and code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5029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DB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reproducible from the files delivered with this deck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919472"/>
            <a:ext cx="8412480" cy="0"/>
          </a:xfrm>
          <a:prstGeom prst="line">
            <a:avLst/>
          </a:prstGeom>
          <a:noFill/>
          <a:ln w="9525">
            <a:solidFill>
              <a:srgbClr val="D5DA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493776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Pacers: Four Factors, Roster Strategy &amp; Trade Targets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49377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Parulkar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097280"/>
            <a:ext cx="8412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four_factors_plots.py: four scatter plots (eFG%, OREB%, TOV%, FTM rate vs. opponent, colored by result, league-average cross-hairs) plus a logistic regression on standardized differentials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eFG% mattered most (r = 0.63 with winning; standardized logit coefficient 13.2 vs. 6.2 TOV, 5.3 OREB, 2.5 FTM)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pacers_sql_queries.sql: four mock-SQL queries (inner/left joins only), tested on the sample workbook in SQLite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Current-season facts and player stats were gathered from public web sources (ESPN, RealGM, TeamRankings, Spotrac-sourced reports, Bleacher Report, Roundtable/SI); verify figures before trade-day use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win ranges on slide 2 are my judgment, anchored on 2024-25 (50-32) and the 2025-26 absence, not a statistical projection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2026-10-05T22:02:15Z</dcterms:created>
  <dcterms:modified xsi:type="dcterms:W3CDTF">2026-10-05T22:02:15Z</dcterms:modified>
</cp:coreProperties>
</file>